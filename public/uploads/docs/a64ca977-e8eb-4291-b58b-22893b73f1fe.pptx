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02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188720"/>
            <a:ext cx="2743200" cy="6400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240280"/>
            <a:ext cx="2423160" cy="640080"/>
          </a:xfrm>
          <a:prstGeom prst="rect">
            <a:avLst/>
          </a:prstGeom>
          <a:solidFill>
            <a:srgbClr val="1B4066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3291840"/>
            <a:ext cx="2103120" cy="640080"/>
          </a:xfrm>
          <a:prstGeom prst="rect">
            <a:avLst/>
          </a:prstGeom>
          <a:solidFill>
            <a:srgbClr val="224F72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4343400"/>
            <a:ext cx="1783080" cy="640080"/>
          </a:xfrm>
          <a:prstGeom prst="rect">
            <a:avLst/>
          </a:prstGeom>
          <a:solidFill>
            <a:srgbClr val="2FD3B0"/>
          </a:solidFill>
          <a:ln/>
        </p:spPr>
      </p:sp>
      <p:pic>
        <p:nvPicPr>
          <p:cNvPr id="6" name="Image 0" descr="/home/claude/ecotech/assets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391690"/>
            <a:ext cx="4206240" cy="7030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246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End-to-End AI Ecosystem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Infrastructure to Intelligent Agents — Connecting Global AI Technology with Local Partners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100" dirty="0"/>
          </a:p>
        </p:txBody>
      </p:sp>
      <p:pic>
        <p:nvPicPr>
          <p:cNvPr id="10" name="Image 1" descr="/home/claude/ecotech/assets/log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“Eco” means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helps AI technology companies expand into overseas markets. We connect software and hardware, and partner with local players on the ground — together building an AI ecosystem that truly takes root.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52044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/home/claude/ecotech/asset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66674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Expansion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663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AI technology companies enter and grow in new markets.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32461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52044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/home/claude/ecotech/asset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6667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+ Hardware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9160" y="4663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the full technology stack, not just one layer of it.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32461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352044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2" descr="/home/claude/ecotech/assets/partn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366674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42976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Partners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03920" y="4663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with on-the-ground partners to make deployment real.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95160" y="1417320"/>
            <a:ext cx="4526280" cy="1600200"/>
          </a:xfrm>
          <a:prstGeom prst="roundRect">
            <a:avLst>
              <a:gd name="adj" fmla="val 4571"/>
            </a:avLst>
          </a:prstGeom>
          <a:solidFill>
            <a:srgbClr val="0B2545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0" y="1627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Ecosystem,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Deep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315200" y="22402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· Server · LLM · Agent — EcoTech delivers a complete portfolio from the ground up.</a:t>
            </a:r>
            <a:endParaRPr lang="en-US" sz="1100" dirty="0"/>
          </a:p>
        </p:txBody>
      </p:sp>
      <p:pic>
        <p:nvPicPr>
          <p:cNvPr id="23" name="Image 3" descr="/home/claude/ecotech/assets/logo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AI Ecosystem, Layer by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real AI ecosystem, EcoTech provides a complete product portfolio — from the foundational infrastructure to the intelligent applications running on top of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331720"/>
            <a:ext cx="9784080" cy="960120"/>
          </a:xfrm>
          <a:prstGeom prst="roundRect">
            <a:avLst>
              <a:gd name="adj" fmla="val 8571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25283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ecotech/assets/data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6563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5283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24028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Center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240280" y="28346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 &amp; Cooling system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88720" y="3429000"/>
            <a:ext cx="8961120" cy="960120"/>
          </a:xfrm>
          <a:prstGeom prst="roundRect">
            <a:avLst>
              <a:gd name="adj" fmla="val 8571"/>
            </a:avLst>
          </a:prstGeom>
          <a:solidFill>
            <a:srgbClr val="1B4066"/>
          </a:solidFill>
          <a:ln/>
        </p:spPr>
      </p:sp>
      <p:sp>
        <p:nvSpPr>
          <p:cNvPr id="12" name="Shape 9"/>
          <p:cNvSpPr/>
          <p:nvPr/>
        </p:nvSpPr>
        <p:spPr>
          <a:xfrm>
            <a:off x="1417320" y="36255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ecotech/asset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37536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6255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0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240280" y="35387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24028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traditional server hardware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188720" y="4526280"/>
            <a:ext cx="8138160" cy="960120"/>
          </a:xfrm>
          <a:prstGeom prst="roundRect">
            <a:avLst>
              <a:gd name="adj" fmla="val 8571"/>
            </a:avLst>
          </a:prstGeom>
          <a:solidFill>
            <a:srgbClr val="224F72"/>
          </a:solidFill>
          <a:ln/>
        </p:spPr>
      </p:sp>
      <p:sp>
        <p:nvSpPr>
          <p:cNvPr id="18" name="Shape 14"/>
          <p:cNvSpPr/>
          <p:nvPr/>
        </p:nvSpPr>
        <p:spPr>
          <a:xfrm>
            <a:off x="1417320" y="47228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ecotech/assets/l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336" y="485089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7228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2240280" y="4636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240280" y="5029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closed-source model access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188720" y="5623560"/>
            <a:ext cx="7315200" cy="960120"/>
          </a:xfrm>
          <a:prstGeom prst="roundRect">
            <a:avLst>
              <a:gd name="adj" fmla="val 8571"/>
            </a:avLst>
          </a:prstGeom>
          <a:solidFill>
            <a:srgbClr val="1E9E82"/>
          </a:solidFill>
          <a:ln/>
        </p:spPr>
      </p:sp>
      <p:sp>
        <p:nvSpPr>
          <p:cNvPr id="24" name="Shape 19"/>
          <p:cNvSpPr/>
          <p:nvPr/>
        </p:nvSpPr>
        <p:spPr>
          <a:xfrm>
            <a:off x="1417320" y="58201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/home/claude/ecotech/assets/ag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6" y="594817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58201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2240280" y="57332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2240280" y="6126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products that get work done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88720" y="6766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Layers 1–4 explored in detail on the following pages</a:t>
            </a:r>
            <a:endParaRPr lang="en-US" sz="1050" dirty="0"/>
          </a:p>
        </p:txBody>
      </p:sp>
      <p:pic>
        <p:nvPicPr>
          <p:cNvPr id="30" name="Image 4" descr="/home/claude/ecotech/assets/logo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Data Center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power density changes everything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457200" cy="320040"/>
          </a:xfrm>
          <a:prstGeom prst="rect">
            <a:avLst/>
          </a:prstGeom>
          <a:solidFill>
            <a:srgbClr val="9FB0B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54480" y="2953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MW, single block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Center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3685032"/>
            <a:ext cx="960120" cy="438912"/>
          </a:xfrm>
          <a:prstGeom prst="rect">
            <a:avLst/>
          </a:prstGeom>
          <a:solidFill>
            <a:srgbClr val="2FD3B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8503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57400" y="3685032"/>
            <a:ext cx="960120" cy="438912"/>
          </a:xfrm>
          <a:prstGeom prst="rect">
            <a:avLst/>
          </a:prstGeom>
          <a:solidFill>
            <a:srgbClr val="2FD3B0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368503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3685032"/>
            <a:ext cx="960120" cy="438912"/>
          </a:xfrm>
          <a:prstGeom prst="rect">
            <a:avLst/>
          </a:prstGeom>
          <a:solidFill>
            <a:srgbClr val="2FD3B0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368503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368503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...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MW is the traditional UPS/breaker building block. AI facilities scale by adding more of it as GPU rack demand grows — 3, 6, 9 MW and beyond, not one fixed size.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8745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modular, ever-growing power demand means: heavier electrical load to manage, more heat to remove, and greater risk if the grid drops. That is exactly the gap our four product lines close.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28346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9108" y="3063240"/>
            <a:ext cx="512064" cy="512064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21" name="Image 0" descr="/home/claude/ecotech/assets/batt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3182112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053328" y="374904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+ Battery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053328" y="420624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backup power for heavier, more critical loads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863840" y="28346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</p:spPr>
      </p:sp>
      <p:sp>
        <p:nvSpPr>
          <p:cNvPr id="25" name="Shape 22"/>
          <p:cNvSpPr/>
          <p:nvPr/>
        </p:nvSpPr>
        <p:spPr>
          <a:xfrm>
            <a:off x="8499348" y="3063240"/>
            <a:ext cx="512064" cy="512064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26" name="Image 1" descr="/home/claude/ecotech/assets/coo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220" y="3182112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973568" y="374904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Air Conditioning (PAC)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7973568" y="420624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extra heat that high-density racks generate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784080" y="283464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</p:spPr>
      </p:sp>
      <p:sp>
        <p:nvSpPr>
          <p:cNvPr id="30" name="Shape 26"/>
          <p:cNvSpPr/>
          <p:nvPr/>
        </p:nvSpPr>
        <p:spPr>
          <a:xfrm>
            <a:off x="10419588" y="3063240"/>
            <a:ext cx="512064" cy="512064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31" name="Image 2" descr="/home/claude/ecotech/assets/gener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0" y="3182112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893808" y="374904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Sets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9893808" y="420624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when the grid fails — the stakes are higher now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943600" y="49377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the power and cooling backbone that scales with the facility, block by block.</a:t>
            </a:r>
            <a:endParaRPr lang="en-US" sz="1050" dirty="0"/>
          </a:p>
        </p:txBody>
      </p:sp>
      <p:pic>
        <p:nvPicPr>
          <p:cNvPr id="35" name="Image 3" descr="/home/claude/ecotech/assets/logo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COMPUTE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power and cooling in place, the next layer is the hardware that actually runs AI workloads.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+ NPU + CPU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0" cy="1125920"/>
          </a:xfrm>
          <a:prstGeom prst="line">
            <a:avLst/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both — matched to what each workload actually needs.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0B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224528"/>
            <a:ext cx="457200" cy="45720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14" name="Image 0" descr="/home/claude/ecotech/assets/shor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32511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08760" y="4206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chip &amp; memory shortage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4709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leads GPUs; Huawei leads AI accelerators (Ascend NPUs); Samsung leads memory — all in constrained supply. We sell the servers built around them, so this scarcity still shapes what we can deliver.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1828800"/>
            <a:ext cx="5532120" cy="46634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brands in the market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2377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server brands available in today’s market.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63640" y="290900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28232" y="3137600"/>
            <a:ext cx="109728" cy="109728"/>
          </a:xfrm>
          <a:prstGeom prst="ellipse">
            <a:avLst/>
          </a:prstGeom>
          <a:solidFill>
            <a:srgbClr val="2FD3B0"/>
          </a:solidFill>
          <a:ln/>
        </p:spPr>
      </p:sp>
      <p:sp>
        <p:nvSpPr>
          <p:cNvPr id="22" name="Text 19"/>
          <p:cNvSpPr/>
          <p:nvPr/>
        </p:nvSpPr>
        <p:spPr>
          <a:xfrm>
            <a:off x="6675120" y="290900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63640" y="3603944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28232" y="3832544"/>
            <a:ext cx="109728" cy="109728"/>
          </a:xfrm>
          <a:prstGeom prst="ellipse">
            <a:avLst/>
          </a:prstGeom>
          <a:solidFill>
            <a:srgbClr val="2FD3B0"/>
          </a:solidFill>
          <a:ln/>
        </p:spPr>
      </p:sp>
      <p:sp>
        <p:nvSpPr>
          <p:cNvPr id="25" name="Text 22"/>
          <p:cNvSpPr/>
          <p:nvPr/>
        </p:nvSpPr>
        <p:spPr>
          <a:xfrm>
            <a:off x="6675120" y="360394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63640" y="429888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28232" y="4527488"/>
            <a:ext cx="109728" cy="109728"/>
          </a:xfrm>
          <a:prstGeom prst="ellipse">
            <a:avLst/>
          </a:prstGeom>
          <a:solidFill>
            <a:srgbClr val="2FD3B0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0" y="429888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Supermicro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63640" y="4993832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28232" y="5222432"/>
            <a:ext cx="109728" cy="109728"/>
          </a:xfrm>
          <a:prstGeom prst="ellipse">
            <a:avLst/>
          </a:prstGeom>
          <a:solidFill>
            <a:srgbClr val="2FD3B0"/>
          </a:solidFill>
          <a:ln/>
        </p:spPr>
      </p:sp>
      <p:sp>
        <p:nvSpPr>
          <p:cNvPr id="31" name="Text 28"/>
          <p:cNvSpPr/>
          <p:nvPr/>
        </p:nvSpPr>
        <p:spPr>
          <a:xfrm>
            <a:off x="6675120" y="499383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63640" y="5688776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28232" y="5917376"/>
            <a:ext cx="109728" cy="109728"/>
          </a:xfrm>
          <a:prstGeom prst="ellipse">
            <a:avLst/>
          </a:prstGeom>
          <a:solidFill>
            <a:srgbClr val="2FD3B0"/>
          </a:solidFill>
          <a:ln/>
        </p:spPr>
      </p:sp>
      <p:sp>
        <p:nvSpPr>
          <p:cNvPr id="34" name="Text 31"/>
          <p:cNvSpPr/>
          <p:nvPr/>
        </p:nvSpPr>
        <p:spPr>
          <a:xfrm>
            <a:off x="6675120" y="568877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Huakun</a:t>
            </a:r>
            <a:endParaRPr lang="en-US" sz="1200" dirty="0"/>
          </a:p>
        </p:txBody>
      </p:sp>
      <p:pic>
        <p:nvPicPr>
          <p:cNvPr id="35" name="Image 1" descr="/home/claude/ecotech/assets/log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needs a brain. This is where AI compute becomes AI capability.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7" name="Image 0" descr="/home/claude/ecotech/asset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1579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61768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Gemini · OpenAI · Doubao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979133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tied to one cloud: AWS–Claude, GCP–Gemini, Azure–OpenAI. Great for API use, but not available for private deployment.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60520" y="182880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2057400"/>
            <a:ext cx="457200" cy="457200"/>
          </a:xfrm>
          <a:prstGeom prst="ellipse">
            <a:avLst/>
          </a:prstGeom>
          <a:solidFill>
            <a:srgbClr val="1E9E82"/>
          </a:solidFill>
          <a:ln/>
        </p:spPr>
      </p:sp>
      <p:pic>
        <p:nvPicPr>
          <p:cNvPr id="13" name="Image 1" descr="/home/claude/ecotech/assets/un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1579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34840" y="257403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· DeepSeek · GLM · Kimi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34840" y="297827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locked to one cloud — can be self-hosted for free on infrastructure the client controls. Note: several open-source families (e.g. Qwen, DeepSeek) also ship a closed-source hosted version of the same model.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680960" y="182880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2FD3B0"/>
          </a:solidFill>
          <a:ln/>
        </p:spPr>
      </p:sp>
      <p:sp>
        <p:nvSpPr>
          <p:cNvPr id="18" name="Text 14"/>
          <p:cNvSpPr/>
          <p:nvPr/>
        </p:nvSpPr>
        <p:spPr>
          <a:xfrm>
            <a:off x="786384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863840" y="242316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closed-source models are bound to a single cloud, they can’t be privately deployed. So when a client needs on-premise or private deployment, what we actually sell is open-source model deployment and integration — not the model itself.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buy tokens for closed-source models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008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is free to self-host — these channels are for paid, closed-source access.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0080" y="48006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" y="49286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123444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from the model provider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251960" y="48006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89120" y="49286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484632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OpenRouter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863840" y="48006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001000" y="49286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8458200" y="48006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 cloud provider</a:t>
            </a:r>
            <a:endParaRPr lang="en-US" sz="1100" dirty="0"/>
          </a:p>
        </p:txBody>
      </p:sp>
      <p:pic>
        <p:nvPicPr>
          <p:cNvPr id="31" name="Image 2" descr="/home/claude/ecotech/assets/logo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becomes useful once it can act. An agent turns one instruction into a finished workflow.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423626" cy="2544792"/>
          </a:xfrm>
          <a:prstGeom prst="roundRect">
            <a:avLst>
              <a:gd name="adj" fmla="val 3721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User says, “I want to buy clothes”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2888124"/>
            <a:ext cx="365760" cy="36576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8" name="Image 0" descr="/home/claude/ecotech/asset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9704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869836"/>
            <a:ext cx="33505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purchase history, search history &amp; OOTD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60120" y="3345324"/>
            <a:ext cx="365760" cy="36576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11" name="Image 1" descr="/home/claude/ecotech/asset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34276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327036"/>
            <a:ext cx="321247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Auto-recommends and prepares the order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960120" y="3802524"/>
            <a:ext cx="365760" cy="36576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14" name="Image 2" descr="/home/claude/ecotech/asset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388482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784236"/>
            <a:ext cx="321247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 payment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338026" y="17725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five agent scenarios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338026" y="2184036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70130" y="2366916"/>
            <a:ext cx="457200" cy="457200"/>
          </a:xfrm>
          <a:prstGeom prst="ellipse">
            <a:avLst/>
          </a:prstGeom>
          <a:solidFill>
            <a:srgbClr val="1E9E82"/>
          </a:solidFill>
          <a:ln/>
        </p:spPr>
      </p:sp>
      <p:pic>
        <p:nvPicPr>
          <p:cNvPr id="19" name="Image 3" descr="/home/claude/ecotech/assets/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714" y="2467500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29466" y="296127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MyVoice.AI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29466" y="3281316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contact center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587450" y="2184036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419554" y="2366916"/>
            <a:ext cx="457200" cy="457200"/>
          </a:xfrm>
          <a:prstGeom prst="ellipse">
            <a:avLst/>
          </a:prstGeom>
          <a:solidFill>
            <a:srgbClr val="1E9E82"/>
          </a:solidFill>
          <a:ln/>
        </p:spPr>
      </p:sp>
      <p:pic>
        <p:nvPicPr>
          <p:cNvPr id="24" name="Image 4" descr="/home/claude/ecotech/asset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0138" y="246750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78890" y="296127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Yusys</a:t>
            </a:r>
            <a:r>
              <a:rPr lang="en-US" sz="11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7678890" y="3281316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agent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9836874" y="2184036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668978" y="2366916"/>
            <a:ext cx="457200" cy="457200"/>
          </a:xfrm>
          <a:prstGeom prst="ellipse">
            <a:avLst/>
          </a:prstGeom>
          <a:solidFill>
            <a:srgbClr val="1E9E82"/>
          </a:solidFill>
          <a:ln/>
        </p:spPr>
      </p:sp>
      <p:pic>
        <p:nvPicPr>
          <p:cNvPr id="29" name="Image 5" descr="/home/claude/ecotech/assets/mega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9562" y="2467500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928314" y="296127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Transcend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9928314" y="3281316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 agent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338026" y="3875676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170130" y="4058556"/>
            <a:ext cx="457200" cy="457200"/>
          </a:xfrm>
          <a:prstGeom prst="ellipse">
            <a:avLst/>
          </a:prstGeom>
          <a:solidFill>
            <a:srgbClr val="1E9E82"/>
          </a:solidFill>
          <a:ln/>
        </p:spPr>
      </p:sp>
      <p:pic>
        <p:nvPicPr>
          <p:cNvPr id="34" name="Image 6" descr="/home/claude/ecotech/assets/b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0714" y="4159140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429466" y="465291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TalkCloud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429466" y="4972956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class platform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7587450" y="3875676"/>
            <a:ext cx="21214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8419554" y="4058556"/>
            <a:ext cx="457200" cy="457200"/>
          </a:xfrm>
          <a:prstGeom prst="ellipse">
            <a:avLst/>
          </a:prstGeom>
          <a:solidFill>
            <a:srgbClr val="1E9E82"/>
          </a:solidFill>
          <a:ln/>
        </p:spPr>
      </p:sp>
      <p:pic>
        <p:nvPicPr>
          <p:cNvPr id="39" name="Image 7" descr="/home/claude/ecotech/assets/creditc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0138" y="4159140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678890" y="4652916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RivereTech</a:t>
            </a:r>
            <a:endParaRPr lang="en-US" sz="1150" dirty="0"/>
          </a:p>
        </p:txBody>
      </p:sp>
      <p:sp>
        <p:nvSpPr>
          <p:cNvPr id="41" name="Text 31"/>
          <p:cNvSpPr/>
          <p:nvPr/>
        </p:nvSpPr>
        <p:spPr>
          <a:xfrm>
            <a:off x="7678890" y="4972956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card, risk control &amp; agent platform</a:t>
            </a:r>
            <a:endParaRPr lang="en-US" sz="900" dirty="0"/>
          </a:p>
        </p:txBody>
      </p:sp>
      <p:pic>
        <p:nvPicPr>
          <p:cNvPr id="42" name="Image 8" descr="/home/claude/ecotech/assets/logo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1F402C85-1364-F5B8-BCF7-5F4AEC8A4ECC}"/>
              </a:ext>
            </a:extLst>
          </p:cNvPr>
          <p:cNvSpPr/>
          <p:nvPr/>
        </p:nvSpPr>
        <p:spPr>
          <a:xfrm>
            <a:off x="960120" y="2429371"/>
            <a:ext cx="365760" cy="365760"/>
          </a:xfrm>
          <a:prstGeom prst="ellipse">
            <a:avLst/>
          </a:prstGeom>
          <a:solidFill>
            <a:srgbClr val="2FD3B0"/>
          </a:solidFill>
          <a:ln/>
        </p:spPr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A1BDC440-4183-E4C9-65AE-47FCEE2ADF30}"/>
              </a:ext>
            </a:extLst>
          </p:cNvPr>
          <p:cNvSpPr/>
          <p:nvPr/>
        </p:nvSpPr>
        <p:spPr>
          <a:xfrm>
            <a:off x="1463040" y="2411083"/>
            <a:ext cx="32901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Shopping App</a:t>
            </a:r>
            <a:endParaRPr lang="en-US" sz="1000" dirty="0"/>
          </a:p>
        </p:txBody>
      </p:sp>
      <p:pic>
        <p:nvPicPr>
          <p:cNvPr id="57" name="Graphic 56" descr="Smart Phone with solid fill">
            <a:extLst>
              <a:ext uri="{FF2B5EF4-FFF2-40B4-BE49-F238E27FC236}">
                <a16:creationId xmlns:a16="http://schemas.microsoft.com/office/drawing/2014/main" id="{A2B134A1-B6D1-FE44-2588-35B014F9A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2389" y="2477450"/>
            <a:ext cx="285074" cy="285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PARTNERS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Across the Full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partners with leading names at every layer we sell — from data center hardware to applications.</a:t>
            </a:r>
            <a:endParaRPr lang="en-US" sz="1250" dirty="0"/>
          </a:p>
        </p:txBody>
      </p:sp>
      <p:pic>
        <p:nvPicPr>
          <p:cNvPr id="50" name="Image 0" descr="/home/claude/ecotech/assets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53" name="Picture 52" descr="The image depicts a network of various tech companies, including ecoTech, AI RUDDER, and XFusion, among others, suggesting a collaboration or partnership.&#10;&#10;AI-generated content may be incorrect.">
            <a:extLst>
              <a:ext uri="{FF2B5EF4-FFF2-40B4-BE49-F238E27FC236}">
                <a16:creationId xmlns:a16="http://schemas.microsoft.com/office/drawing/2014/main" id="{88AD9CF1-7D2D-3671-8BF9-83620A3DC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233" y="1843098"/>
            <a:ext cx="7325534" cy="44793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Reselling — Toward Our Own Agent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four-layer portfolio is not the destination — it is how we get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971800"/>
            <a:ext cx="502920" cy="50292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7" name="Image 0" descr="/home/claude/ecotech/assets/data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308152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57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Data Center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7744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6080" y="274320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13315C"/>
          </a:solidFill>
          <a:ln/>
        </p:spPr>
      </p:sp>
      <p:sp>
        <p:nvSpPr>
          <p:cNvPr id="11" name="Shape 8"/>
          <p:cNvSpPr/>
          <p:nvPr/>
        </p:nvSpPr>
        <p:spPr>
          <a:xfrm>
            <a:off x="3543300" y="2971800"/>
            <a:ext cx="502920" cy="50292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12" name="Image 1" descr="/home/claude/ecotech/asset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308152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3657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Servers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66344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212080" y="274320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13315C"/>
          </a:solidFill>
          <a:ln/>
        </p:spPr>
      </p:sp>
      <p:sp>
        <p:nvSpPr>
          <p:cNvPr id="16" name="Shape 12"/>
          <p:cNvSpPr/>
          <p:nvPr/>
        </p:nvSpPr>
        <p:spPr>
          <a:xfrm>
            <a:off x="5829300" y="2971800"/>
            <a:ext cx="502920" cy="50292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17" name="Image 2" descr="/home/claude/ecotech/assets/l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308152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3657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LLM Token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94944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7498080" y="274320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13315C"/>
          </a:solidFill>
          <a:ln/>
        </p:spPr>
      </p:sp>
      <p:sp>
        <p:nvSpPr>
          <p:cNvPr id="21" name="Shape 16"/>
          <p:cNvSpPr/>
          <p:nvPr/>
        </p:nvSpPr>
        <p:spPr>
          <a:xfrm>
            <a:off x="8115300" y="2971800"/>
            <a:ext cx="502920" cy="502920"/>
          </a:xfrm>
          <a:prstGeom prst="ellipse">
            <a:avLst/>
          </a:prstGeom>
          <a:solidFill>
            <a:srgbClr val="2FD3B0"/>
          </a:solidFill>
          <a:ln/>
        </p:spPr>
      </p:sp>
      <p:pic>
        <p:nvPicPr>
          <p:cNvPr id="22" name="Image 3" descr="/home/claude/ecotech/assets/ag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028" y="308152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3657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Agents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23544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9784080" y="274320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2FD3B0"/>
          </a:solidFill>
          <a:ln/>
        </p:spPr>
      </p:sp>
      <p:sp>
        <p:nvSpPr>
          <p:cNvPr id="26" name="Shape 20"/>
          <p:cNvSpPr/>
          <p:nvPr/>
        </p:nvSpPr>
        <p:spPr>
          <a:xfrm>
            <a:off x="10401300" y="29718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7" name="Image 4" descr="/home/claude/ecotech/assets/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1028" y="3081528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75520" y="3657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Platform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40080" y="4892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we sell today builds the experience, relationships, and knowledge that get us there — one step at a time.</a:t>
            </a:r>
            <a:endParaRPr lang="en-US" sz="1300" dirty="0"/>
          </a:p>
        </p:txBody>
      </p:sp>
      <p:pic>
        <p:nvPicPr>
          <p:cNvPr id="30" name="Image 5" descr="/home/claude/ecotech/assets/logo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120640"/>
            <a:ext cx="2743200" cy="594360"/>
          </a:xfrm>
          <a:prstGeom prst="rect">
            <a:avLst/>
          </a:prstGeom>
          <a:solidFill>
            <a:srgbClr val="2FD3B0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5120640"/>
            <a:ext cx="2423160" cy="594360"/>
          </a:xfrm>
          <a:prstGeom prst="rect">
            <a:avLst/>
          </a:prstGeom>
          <a:solidFill>
            <a:srgbClr val="224F72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5120640"/>
            <a:ext cx="2103120" cy="594360"/>
          </a:xfrm>
          <a:prstGeom prst="rect">
            <a:avLst/>
          </a:prstGeom>
          <a:solidFill>
            <a:srgbClr val="1B4066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5120640"/>
            <a:ext cx="1783080" cy="594360"/>
          </a:xfrm>
          <a:prstGeom prst="rect">
            <a:avLst/>
          </a:prstGeom>
          <a:solidFill>
            <a:srgbClr val="13315C"/>
          </a:solidFill>
          <a:ln/>
        </p:spPr>
      </p:sp>
      <p:pic>
        <p:nvPicPr>
          <p:cNvPr id="6" name="Image 0" descr="/home/claude/ecotech/assets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2194560" cy="3667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F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— Connecting AI Infrastructure to Local Ecosystems</a:t>
            </a:r>
            <a:endParaRPr lang="en-US" sz="1500" dirty="0"/>
          </a:p>
        </p:txBody>
      </p:sp>
      <p:pic>
        <p:nvPicPr>
          <p:cNvPr id="9" name="Image 1" descr="/home/claude/ecotech/assets/logo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2487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891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Albert Lie</cp:lastModifiedBy>
  <cp:revision>2</cp:revision>
  <dcterms:created xsi:type="dcterms:W3CDTF">2026-08-02T18:08:57Z</dcterms:created>
  <dcterms:modified xsi:type="dcterms:W3CDTF">2026-08-03T02:24:18Z</dcterms:modified>
</cp:coreProperties>
</file>